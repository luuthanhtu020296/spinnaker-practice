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78" r:id="rId5"/>
    <p:sldId id="283" r:id="rId6"/>
    <p:sldId id="279" r:id="rId7"/>
    <p:sldId id="284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90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Spinnaker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48FBD70-9248-08C3-96D7-FEF9493295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67CB-86FE-3208-C691-8F8F2F66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95E9-D7C4-662C-70CC-3FDE0B0C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Spinnaker is an automated CD with pipelines with flexible service model 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92D32D-C224-22F8-C53B-D5B71893EBC1}"/>
              </a:ext>
            </a:extLst>
          </p:cNvPr>
          <p:cNvSpPr/>
          <p:nvPr/>
        </p:nvSpPr>
        <p:spPr>
          <a:xfrm>
            <a:off x="1124107" y="3022092"/>
            <a:ext cx="1261872" cy="6126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FEE32-0551-BA4B-B45A-3DFD91FD91C7}"/>
              </a:ext>
            </a:extLst>
          </p:cNvPr>
          <p:cNvSpPr/>
          <p:nvPr/>
        </p:nvSpPr>
        <p:spPr>
          <a:xfrm>
            <a:off x="3379627" y="3012948"/>
            <a:ext cx="1261872" cy="6126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Container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22FEEB-9B2F-2960-4ECD-76433F3EEFEC}"/>
              </a:ext>
            </a:extLst>
          </p:cNvPr>
          <p:cNvSpPr/>
          <p:nvPr/>
        </p:nvSpPr>
        <p:spPr>
          <a:xfrm>
            <a:off x="5635147" y="2993135"/>
            <a:ext cx="1261872" cy="6126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 Unit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66E4A3-E711-CDE8-6E66-CA3530470E00}"/>
              </a:ext>
            </a:extLst>
          </p:cNvPr>
          <p:cNvSpPr/>
          <p:nvPr/>
        </p:nvSpPr>
        <p:spPr>
          <a:xfrm>
            <a:off x="8100979" y="3022092"/>
            <a:ext cx="1261872" cy="6126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Container in Registry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06F91C-BDE5-6D73-84D5-B4DA5D4869CC}"/>
              </a:ext>
            </a:extLst>
          </p:cNvPr>
          <p:cNvSpPr/>
          <p:nvPr/>
        </p:nvSpPr>
        <p:spPr>
          <a:xfrm>
            <a:off x="5199888" y="4415027"/>
            <a:ext cx="2694434" cy="1376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QA and Operations Can use for Deployment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4EAA63-A427-005D-5C57-97D79EC8A9B9}"/>
              </a:ext>
            </a:extLst>
          </p:cNvPr>
          <p:cNvCxnSpPr>
            <a:stCxn id="7" idx="2"/>
          </p:cNvCxnSpPr>
          <p:nvPr/>
        </p:nvCxnSpPr>
        <p:spPr>
          <a:xfrm flipH="1">
            <a:off x="6897019" y="3634740"/>
            <a:ext cx="1834896" cy="780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848BBD-C9C3-3CE7-B626-5588E7A6142D}"/>
              </a:ext>
            </a:extLst>
          </p:cNvPr>
          <p:cNvCxnSpPr>
            <a:cxnSpLocks/>
          </p:cNvCxnSpPr>
          <p:nvPr/>
        </p:nvCxnSpPr>
        <p:spPr>
          <a:xfrm>
            <a:off x="6897019" y="3299459"/>
            <a:ext cx="1203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E56E0D-98BA-060D-3188-6AFAD85E43B8}"/>
              </a:ext>
            </a:extLst>
          </p:cNvPr>
          <p:cNvCxnSpPr>
            <a:cxnSpLocks/>
          </p:cNvCxnSpPr>
          <p:nvPr/>
        </p:nvCxnSpPr>
        <p:spPr>
          <a:xfrm>
            <a:off x="4641499" y="3299459"/>
            <a:ext cx="9936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8C79E0-4490-580C-C5B6-5CA27A32D067}"/>
              </a:ext>
            </a:extLst>
          </p:cNvPr>
          <p:cNvCxnSpPr>
            <a:cxnSpLocks/>
          </p:cNvCxnSpPr>
          <p:nvPr/>
        </p:nvCxnSpPr>
        <p:spPr>
          <a:xfrm>
            <a:off x="2385979" y="3299459"/>
            <a:ext cx="9936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E2B102EA-EBB5-35F5-1755-EE5177A53C5C}"/>
              </a:ext>
            </a:extLst>
          </p:cNvPr>
          <p:cNvCxnSpPr>
            <a:cxnSpLocks/>
          </p:cNvCxnSpPr>
          <p:nvPr/>
        </p:nvCxnSpPr>
        <p:spPr>
          <a:xfrm rot="5400000">
            <a:off x="4319681" y="1673859"/>
            <a:ext cx="12700" cy="3880104"/>
          </a:xfrm>
          <a:prstGeom prst="curvedConnector4">
            <a:avLst>
              <a:gd name="adj1" fmla="val 2250000"/>
              <a:gd name="adj2" fmla="val 9912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7537B2D-CF65-27C3-5F54-8B959B3575DF}"/>
              </a:ext>
            </a:extLst>
          </p:cNvPr>
          <p:cNvSpPr txBox="1"/>
          <p:nvPr/>
        </p:nvSpPr>
        <p:spPr>
          <a:xfrm>
            <a:off x="3673812" y="3928362"/>
            <a:ext cx="96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fails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66BE6F-D9FE-2D1F-3FA2-91AFA15793F9}"/>
              </a:ext>
            </a:extLst>
          </p:cNvPr>
          <p:cNvSpPr txBox="1"/>
          <p:nvPr/>
        </p:nvSpPr>
        <p:spPr>
          <a:xfrm>
            <a:off x="7878096" y="3953494"/>
            <a:ext cx="97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Pass</a:t>
            </a:r>
          </a:p>
        </p:txBody>
      </p:sp>
    </p:spTree>
    <p:extLst>
      <p:ext uri="{BB962C8B-B14F-4D97-AF65-F5344CB8AC3E}">
        <p14:creationId xmlns:p14="http://schemas.microsoft.com/office/powerpoint/2010/main" val="250953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67CB-86FE-3208-C691-8F8F2F66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FBE969D2-9901-08BF-7FFF-1DE9D9DA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Deck is the browser-based UI.</a:t>
            </a:r>
          </a:p>
          <a:p>
            <a:r>
              <a:rPr lang="en-US" dirty="0">
                <a:solidFill>
                  <a:schemeClr val="tx1"/>
                </a:solidFill>
              </a:rPr>
              <a:t>Gate is the API gateway</a:t>
            </a:r>
          </a:p>
          <a:p>
            <a:r>
              <a:rPr lang="en-US" dirty="0">
                <a:solidFill>
                  <a:schemeClr val="tx1"/>
                </a:solidFill>
              </a:rPr>
              <a:t>Orca is the orchestration engine.</a:t>
            </a:r>
          </a:p>
          <a:p>
            <a:r>
              <a:rPr lang="en-US" dirty="0" err="1">
                <a:solidFill>
                  <a:schemeClr val="tx1"/>
                </a:solidFill>
              </a:rPr>
              <a:t>Clouddriver</a:t>
            </a:r>
            <a:r>
              <a:rPr lang="en-US" dirty="0">
                <a:solidFill>
                  <a:schemeClr val="tx1"/>
                </a:solidFill>
              </a:rPr>
              <a:t> is responsible for all mutating calls to the cloud providers and for indexing/caching all deployed resources.</a:t>
            </a:r>
          </a:p>
          <a:p>
            <a:r>
              <a:rPr lang="en-US" dirty="0">
                <a:solidFill>
                  <a:schemeClr val="tx1"/>
                </a:solidFill>
              </a:rPr>
              <a:t>Front50 is used to persist the metadata of applications, pipelines, projects and notifications.</a:t>
            </a:r>
          </a:p>
          <a:p>
            <a:r>
              <a:rPr lang="en-US" dirty="0">
                <a:solidFill>
                  <a:schemeClr val="tx1"/>
                </a:solidFill>
              </a:rPr>
              <a:t>Rosco is the bakery. It produces immutable VM images (or image templates) for various cloud providers.</a:t>
            </a:r>
          </a:p>
          <a:p>
            <a:r>
              <a:rPr lang="en-US" dirty="0">
                <a:solidFill>
                  <a:schemeClr val="tx1"/>
                </a:solidFill>
              </a:rPr>
              <a:t>Igor is used to trigger pipelines via continuous integration jobs</a:t>
            </a:r>
          </a:p>
          <a:p>
            <a:r>
              <a:rPr lang="en-US" dirty="0">
                <a:solidFill>
                  <a:schemeClr val="tx1"/>
                </a:solidFill>
              </a:rPr>
              <a:t>Echo is Spinnaker’s </a:t>
            </a:r>
            <a:r>
              <a:rPr lang="en-US" dirty="0" err="1">
                <a:solidFill>
                  <a:schemeClr val="tx1"/>
                </a:solidFill>
              </a:rPr>
              <a:t>eventing</a:t>
            </a:r>
            <a:r>
              <a:rPr lang="en-US" dirty="0">
                <a:solidFill>
                  <a:schemeClr val="tx1"/>
                </a:solidFill>
              </a:rPr>
              <a:t> bus.</a:t>
            </a:r>
          </a:p>
          <a:p>
            <a:r>
              <a:rPr lang="en-US" dirty="0">
                <a:solidFill>
                  <a:schemeClr val="tx1"/>
                </a:solidFill>
              </a:rPr>
              <a:t>Fiat is Spinnaker’s authorization service.</a:t>
            </a:r>
          </a:p>
          <a:p>
            <a:r>
              <a:rPr lang="en-US">
                <a:solidFill>
                  <a:schemeClr val="tx1"/>
                </a:solidFill>
              </a:rPr>
              <a:t>Kayenta provides automated canary analysis for Spinnaker.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69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73F463-E63F-BFC6-07AF-7C390FB3E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135" y="233362"/>
            <a:ext cx="7965481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8B10-5974-B67D-931D-D362F95E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6F305D-4367-C2CC-17FB-83E2DB11C0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866900"/>
            <a:ext cx="8439149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D38E-1A57-B882-3360-4ABC4250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C9FBEF-40AD-6055-9662-96B043AB6C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5" y="3429000"/>
            <a:ext cx="10353675" cy="217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874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D38E-1A57-B882-3360-4ABC4250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2027-3321-7091-0832-C1F6BE034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352" y="3031965"/>
            <a:ext cx="10353761" cy="3039307"/>
          </a:xfrm>
        </p:spPr>
        <p:txBody>
          <a:bodyPr/>
          <a:lstStyle/>
          <a:p>
            <a:r>
              <a:rPr lang="en-US" dirty="0"/>
              <a:t>Strategy</a:t>
            </a:r>
          </a:p>
          <a:p>
            <a:endParaRPr lang="en-US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D0E2EBC6-E3B1-B8F4-CE54-833802B5B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4627"/>
            <a:ext cx="12192000" cy="538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670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{9CA2380A-D6AE-4E2A-905B-8163E8B2223E}tf55705232_win32</Template>
  <TotalTime>66</TotalTime>
  <Words>142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Goudy Old Style</vt:lpstr>
      <vt:lpstr>Wingdings 2</vt:lpstr>
      <vt:lpstr>SlateVTI</vt:lpstr>
      <vt:lpstr>Spinnaker</vt:lpstr>
      <vt:lpstr>Architecture</vt:lpstr>
      <vt:lpstr>Architecture</vt:lpstr>
      <vt:lpstr>PowerPoint Presentation</vt:lpstr>
      <vt:lpstr>Management</vt:lpstr>
      <vt:lpstr>Deployment</vt:lpstr>
      <vt:lpstr>Deployment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Spinnaker</dc:title>
  <dc:creator>Thanh Tú Lưu</dc:creator>
  <cp:lastModifiedBy>Thanh Tú Lưu</cp:lastModifiedBy>
  <cp:revision>11</cp:revision>
  <dcterms:created xsi:type="dcterms:W3CDTF">2022-12-09T05:13:57Z</dcterms:created>
  <dcterms:modified xsi:type="dcterms:W3CDTF">2022-12-09T06:20:35Z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